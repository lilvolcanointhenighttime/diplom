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31D168-5772-4004-901E-65CB09C42B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0AC4DCB-DC36-4993-BC0F-060026DBB6F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-38160"/>
            <a:ext cx="9071640" cy="14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Министерство</a:t>
            </a:r>
            <a:r>
              <a:rPr b="0" lang="ru-RU" sz="14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цифрового</a:t>
            </a:r>
            <a:r>
              <a:rPr b="0" lang="ru-RU" sz="14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развития,</a:t>
            </a:r>
            <a:r>
              <a:rPr b="0" lang="ru-RU" sz="14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связи</a:t>
            </a:r>
            <a:r>
              <a:rPr b="0" lang="ru-RU" sz="14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и</a:t>
            </a:r>
            <a:r>
              <a:rPr b="0" lang="ru-RU" sz="14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массовых</a:t>
            </a:r>
            <a:r>
              <a:rPr b="0" lang="ru-RU" sz="14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коммуникаций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Российской</a:t>
            </a:r>
            <a:r>
              <a:rPr b="0" lang="ru-RU" sz="14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Федерации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Ордена Трудового Красного Знамени федеральное</a:t>
            </a:r>
            <a:r>
              <a:rPr b="0" lang="ru-RU" sz="14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государственное</a:t>
            </a:r>
            <a:r>
              <a:rPr b="0" lang="ru-RU" sz="14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бюджетное</a:t>
            </a:r>
            <a:r>
              <a:rPr b="0" lang="ru-RU" sz="14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образовательное</a:t>
            </a:r>
            <a:r>
              <a:rPr b="0" lang="ru-RU" sz="14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учреждение высшего образования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«Московский</a:t>
            </a:r>
            <a:r>
              <a:rPr b="0" lang="ru-RU" sz="14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технический</a:t>
            </a:r>
            <a:r>
              <a:rPr b="0" lang="ru-RU" sz="14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университет</a:t>
            </a:r>
            <a:r>
              <a:rPr b="0" lang="ru-RU" sz="14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связи</a:t>
            </a:r>
            <a:r>
              <a:rPr b="0" lang="ru-RU" sz="14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и</a:t>
            </a:r>
            <a:r>
              <a:rPr b="0" lang="ru-RU" sz="14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1400" spc="-12" strike="noStrike">
                <a:solidFill>
                  <a:srgbClr val="000000"/>
                </a:solidFill>
                <a:latin typeface="Times New Roman"/>
              </a:rPr>
              <a:t>информатики»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180000" y="1620000"/>
            <a:ext cx="324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10000"/>
              </a:lnSpc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Разрешаю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допустить к защите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И. о. зав. кафедрой КИС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___</a:t>
            </a:r>
            <a:r>
              <a:rPr b="0" lang="ru-RU" sz="1200" spc="-1" strike="noStrike" u="sng">
                <a:solidFill>
                  <a:srgbClr val="000000"/>
                </a:solidFill>
                <a:uFillTx/>
                <a:latin typeface="Arial"/>
              </a:rPr>
              <a:t>Андреев И.А.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_______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______________ 2026 г.</a:t>
            </a:r>
            <a:r>
              <a:rPr b="1" lang="ru-RU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2160000" y="1980000"/>
            <a:ext cx="5940000" cy="21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ВЫПУСКНАЯ</a:t>
            </a:r>
            <a:r>
              <a:rPr b="1" lang="ru-RU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КВАЛИФИКАЦИОННАЯ</a:t>
            </a:r>
            <a:r>
              <a:rPr b="1" lang="ru-RU" sz="1800" spc="18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ru-RU" sz="1800" spc="-12" strike="noStrike">
                <a:solidFill>
                  <a:srgbClr val="000000"/>
                </a:solidFill>
                <a:latin typeface="Arial"/>
              </a:rPr>
              <a:t>РАБОТА</a:t>
            </a: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НА</a:t>
            </a:r>
            <a:r>
              <a:rPr b="0" lang="ru-RU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1800" spc="-21" strike="noStrike">
                <a:solidFill>
                  <a:srgbClr val="000000"/>
                </a:solidFill>
                <a:latin typeface="Arial"/>
              </a:rPr>
              <a:t>ТЕМУ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endParaRPr b="0" lang="ru-RU" sz="1800" spc="-2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«Информационная система комплексной оценки надежности поставщиков»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520000" y="3780000"/>
            <a:ext cx="612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2" strike="noStrike">
                <a:solidFill>
                  <a:srgbClr val="000000"/>
                </a:solidFill>
                <a:latin typeface="Arial"/>
              </a:rPr>
              <a:t>Студент: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</a:t>
            </a:r>
            <a:r>
              <a:rPr b="0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Альвицов Данил Сергеевич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2" strike="noStrike">
                <a:solidFill>
                  <a:srgbClr val="000000"/>
                </a:solidFill>
                <a:latin typeface="Arial"/>
              </a:rPr>
              <a:t>Руководитель: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Андреев Илья Александрович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Консультант: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</a:t>
            </a:r>
            <a:r>
              <a:rPr b="0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Колобенина Дарья Сергеевна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700000" y="504000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tabLst>
                <a:tab algn="l" pos="104256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  <a:ea typeface="Calibri"/>
              </a:rPr>
              <a:t>Москва</a:t>
            </a:r>
            <a:r>
              <a:rPr b="0" lang="ru-RU" sz="1400" spc="287" strike="noStrike">
                <a:solidFill>
                  <a:srgbClr val="000000"/>
                </a:solidFill>
                <a:latin typeface="Times New Roman"/>
                <a:ea typeface="Calibri"/>
              </a:rPr>
              <a:t> </a:t>
            </a:r>
            <a:r>
              <a:rPr b="0" lang="ru-RU" sz="1400" spc="-26" strike="noStrike">
                <a:solidFill>
                  <a:srgbClr val="000000"/>
                </a:solidFill>
                <a:latin typeface="Times New Roman"/>
                <a:ea typeface="Calibri"/>
              </a:rPr>
              <a:t>2026 г.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LibreOffice/24.2.4.2$Windows_X86_64 LibreOffice_project/51a6219feb6075d9a4c46691dcfe0cd9c4fff3c2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2026-06-03T13:20:12Z</dcterms:created>
  <dc:creator/>
  <dc:description/>
  <dc:language>ru-RU</dc:language>
  <cp:lastModifiedBy/>
  <dcterms:modified xsi:type="dcterms:W3CDTF">2026-06-03T13:22:22Z</dcterms:modified>
  <cp:revision>2</cp:revision>
  <dc:subject/>
  <dc:title/>
</cp:coreProperties>
</file>